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8396" y="320040"/>
            <a:ext cx="5852160" cy="5852160"/>
          </a:xfrm>
          <a:prstGeom prst="ellipse">
            <a:avLst/>
          </a:prstGeom>
          <a:ln w="12700">
            <a:solidFill>
              <a:srgbClr val="E8A33D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37076" y="1188720"/>
            <a:ext cx="4114800" cy="4114800"/>
          </a:xfrm>
          <a:prstGeom prst="ellipse">
            <a:avLst/>
          </a:prstGeom>
          <a:ln w="12700">
            <a:solidFill>
              <a:srgbClr val="E8A33D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60036" y="2011680"/>
            <a:ext cx="2468880" cy="2468880"/>
          </a:xfrm>
          <a:prstGeom prst="ellipse">
            <a:avLst/>
          </a:prstGeom>
          <a:ln w="12700">
            <a:solidFill>
              <a:srgbClr val="E8A33D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影石白日方舟黑客松 · 赛道一 · 南京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2487168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让镜头听见此刻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Ghost-Pea 共振镜头 · 声音实时驱动的动态成像系统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张智瑞 · 李佳玥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— 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滤镜是死的。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现场是活的。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选定一个预设，整段视频一个风格。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等坐进后期软件，氛围已经凉了。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— 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共振镜头 —— 由现场声音实时驱动的动态成像系统。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不是音频可视化。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94960" y="2148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声音控制的是影调、光晕、颗粒 —— 是成像参数。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10360152" cy="0"/>
          </a:xfrm>
          <a:prstGeom prst="line">
            <a:avLst/>
          </a:prstGeom>
          <a:noFill/>
          <a:ln w="12700">
            <a:solidFill>
              <a:srgbClr val="2A2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不是后期处理。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94960" y="3520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拍摄的那一刻，就看到最终画面。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663440"/>
            <a:ext cx="10360152" cy="0"/>
          </a:xfrm>
          <a:prstGeom prst="line">
            <a:avLst/>
          </a:prstGeom>
          <a:noFill/>
          <a:ln w="12700">
            <a:solidFill>
              <a:srgbClr val="2A2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92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不替代物理滤镜。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94960" y="4892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而是让参数连续、自动、可编程。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— 原理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声音到画面，四步。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WASAPI 系统音频回环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2724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93008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93008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93008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60Hz · 响度 频段 打击点 重心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88736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54496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54496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54496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平滑 · 限速 · 静音回落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5022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15984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15984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15984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WebGL2 滤镜链 · 3D LUT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5577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视频帧全程留在 GPU，不经过 IPC。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让镜头听一首歌。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2441448" y="2514600"/>
            <a:ext cx="7315200" cy="3017520"/>
          </a:xfrm>
          <a:prstGeom prst="roundRect">
            <a:avLst>
              <a:gd name="adj" fmla="val 2424"/>
            </a:avLst>
          </a:prstGeom>
          <a:solidFill>
            <a:srgbClr val="101016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4144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 场 演 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441448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（路演前替换为实拍对比截图，或现场实操）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5897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A/B 原图对比 · 三主题切换 · 静音回落 · AI 氛围模式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— 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三层时间尺度。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solidFill>
            <a:srgbClr val="15151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965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 Hz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93192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 DSP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675120" y="19659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管即时响应 —— 响度、频段能量、打击点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10360152" cy="1005840"/>
          </a:xfrm>
          <a:prstGeom prst="rect">
            <a:avLst/>
          </a:prstGeom>
          <a:solidFill>
            <a:srgbClr val="1D1D2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2–10 Hz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0" y="32004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中速趋势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75120" y="32004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管动态幅度 —— 平滑、限速、回落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434840"/>
            <a:ext cx="10360152" cy="1005840"/>
          </a:xfrm>
          <a:prstGeom prst="rect">
            <a:avLst/>
          </a:prstGeom>
          <a:solidFill>
            <a:srgbClr val="26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434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0.5–2 Hz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31920" y="4434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氛围分类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75120" y="4434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只决定氛围走向，不进低延迟链路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5806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快的保响应，慢的保稳定；AI 失败，基础链路照常工作。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— 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Hz · 音频特征更新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Rust 端实时 DSP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93008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~100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93008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ms · 声音到画面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93008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设计目标，本地链路预算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54496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254496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FPS · 实时渲染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54496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WebGL2，帧不过 IPC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15984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015984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云端依赖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15984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推理全部本地完成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延迟与帧率为设计目标与本地链路预算，详见技术文档。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—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2344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是增强，不是依赖。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4476" y="2651760"/>
            <a:ext cx="0" cy="2377440"/>
          </a:xfrm>
          <a:prstGeom prst="line">
            <a:avLst/>
          </a:prstGeom>
          <a:noFill/>
          <a:ln w="12700">
            <a:solidFill>
              <a:srgbClr val="2A2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本地推理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Essentia.js + MusiCNN 情绪模型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 Worker 中运行，不占渲染线程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四种氛围：快乐 · 悲伤 · 放松 · 激进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失败自动降级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模型未就绪 → 占位推理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Worker 异常 → 降级运行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静音 → 自动回落基础滤镜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5577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氛围走向由 AI 决定，画面稳定由工程保证。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— 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已在 Ace Pro2 + Link 上验证。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演唱会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灯海随鼓点呼吸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骑行途中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48056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风与速度改变影调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夜晚独处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一首歌一种氛围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声音条件化成像，可下沉至相机 ISP / GPU，或伴侣 App。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8396" y="320040"/>
            <a:ext cx="5852160" cy="5852160"/>
          </a:xfrm>
          <a:prstGeom prst="ellipse">
            <a:avLst/>
          </a:prstGeom>
          <a:ln w="12700">
            <a:solidFill>
              <a:srgbClr val="E8A33D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37076" y="1188720"/>
            <a:ext cx="4114800" cy="4114800"/>
          </a:xfrm>
          <a:prstGeom prst="ellipse">
            <a:avLst/>
          </a:prstGeom>
          <a:ln w="12700">
            <a:solidFill>
              <a:srgbClr val="E8A33D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60036" y="2011680"/>
            <a:ext cx="2468880" cy="2468880"/>
          </a:xfrm>
          <a:prstGeom prst="ellipse">
            <a:avLst/>
          </a:prstGeom>
          <a:ln w="12700">
            <a:solidFill>
              <a:srgbClr val="E8A33D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487168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让镜头听见此刻。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 —— Memory Mode 氛围记录 · 参数录制回放 · 端侧下沉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E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Ghost-Pea 共振镜头 · 张智瑞 · 李佳玥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共振镜头 · 让镜头听见此刻</dc:title>
  <dc:subject>PptxGenJS Presentation</dc:subject>
  <dc:creator>Ghost-Pea</dc:creator>
  <cp:lastModifiedBy>Ghost-Pea</cp:lastModifiedBy>
  <cp:revision>1</cp:revision>
  <dcterms:created xsi:type="dcterms:W3CDTF">2026-09-23T07:45:32Z</dcterms:created>
  <dcterms:modified xsi:type="dcterms:W3CDTF">2026-09-23T07:45:32Z</dcterms:modified>
</cp:coreProperties>
</file>